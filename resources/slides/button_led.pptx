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280" y="2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4A9F8B-CCBA-4D3B-B6D9-E63487692715}" type="doc">
      <dgm:prSet loTypeId="urn:microsoft.com/office/officeart/2016/7/layout/VerticalHollowAction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DB671AF-017A-40A9-83F7-B88180B673DF}">
      <dgm:prSet/>
      <dgm:spPr/>
      <dgm:t>
        <a:bodyPr/>
        <a:lstStyle/>
        <a:p>
          <a:r>
            <a:rPr lang="en-US"/>
            <a:t>Understand</a:t>
          </a:r>
        </a:p>
      </dgm:t>
    </dgm:pt>
    <dgm:pt modelId="{22199765-EDE5-4194-93C0-D0747E95660B}" type="parTrans" cxnId="{DEAD220D-A1E8-46E5-846E-E7590C13727F}">
      <dgm:prSet/>
      <dgm:spPr/>
      <dgm:t>
        <a:bodyPr/>
        <a:lstStyle/>
        <a:p>
          <a:endParaRPr lang="en-US"/>
        </a:p>
      </dgm:t>
    </dgm:pt>
    <dgm:pt modelId="{CF3248AC-48E4-4A38-AEFB-9C585D57225D}" type="sibTrans" cxnId="{DEAD220D-A1E8-46E5-846E-E7590C13727F}">
      <dgm:prSet/>
      <dgm:spPr/>
      <dgm:t>
        <a:bodyPr/>
        <a:lstStyle/>
        <a:p>
          <a:endParaRPr lang="en-US"/>
        </a:p>
      </dgm:t>
    </dgm:pt>
    <dgm:pt modelId="{430ADA0E-5C5A-4798-92BC-E40562E5E337}">
      <dgm:prSet/>
      <dgm:spPr/>
      <dgm:t>
        <a:bodyPr/>
        <a:lstStyle/>
        <a:p>
          <a:r>
            <a:rPr lang="en-US"/>
            <a:t>Understand hold vs toggle</a:t>
          </a:r>
        </a:p>
      </dgm:t>
    </dgm:pt>
    <dgm:pt modelId="{34A69943-5AC8-4A16-9D08-03369993B6F1}" type="parTrans" cxnId="{907C2924-BE74-413D-AECE-5E08B2898001}">
      <dgm:prSet/>
      <dgm:spPr/>
      <dgm:t>
        <a:bodyPr/>
        <a:lstStyle/>
        <a:p>
          <a:endParaRPr lang="en-US"/>
        </a:p>
      </dgm:t>
    </dgm:pt>
    <dgm:pt modelId="{ED71B1F7-668C-4CB6-AD08-4CC6B9247BB9}" type="sibTrans" cxnId="{907C2924-BE74-413D-AECE-5E08B2898001}">
      <dgm:prSet/>
      <dgm:spPr/>
      <dgm:t>
        <a:bodyPr/>
        <a:lstStyle/>
        <a:p>
          <a:endParaRPr lang="en-US"/>
        </a:p>
      </dgm:t>
    </dgm:pt>
    <dgm:pt modelId="{22D1B466-420D-4EAF-A962-9684378E496C}">
      <dgm:prSet/>
      <dgm:spPr/>
      <dgm:t>
        <a:bodyPr/>
        <a:lstStyle/>
        <a:p>
          <a:r>
            <a:rPr lang="en-US"/>
            <a:t>Build</a:t>
          </a:r>
        </a:p>
      </dgm:t>
    </dgm:pt>
    <dgm:pt modelId="{5A70568D-3315-4DA0-A984-0ED5728E4B47}" type="parTrans" cxnId="{79B57BF6-D91F-401D-90F4-14F9B5D7A052}">
      <dgm:prSet/>
      <dgm:spPr/>
      <dgm:t>
        <a:bodyPr/>
        <a:lstStyle/>
        <a:p>
          <a:endParaRPr lang="en-US"/>
        </a:p>
      </dgm:t>
    </dgm:pt>
    <dgm:pt modelId="{693639FB-6CD3-481F-B995-467B82502FA4}" type="sibTrans" cxnId="{79B57BF6-D91F-401D-90F4-14F9B5D7A052}">
      <dgm:prSet/>
      <dgm:spPr/>
      <dgm:t>
        <a:bodyPr/>
        <a:lstStyle/>
        <a:p>
          <a:endParaRPr lang="en-US"/>
        </a:p>
      </dgm:t>
    </dgm:pt>
    <dgm:pt modelId="{BDFE6F9D-4F36-4A96-829D-4A6AD2A810C8}">
      <dgm:prSet/>
      <dgm:spPr/>
      <dgm:t>
        <a:bodyPr/>
        <a:lstStyle/>
        <a:p>
          <a:r>
            <a:rPr lang="en-US"/>
            <a:t>Build circuit</a:t>
          </a:r>
        </a:p>
      </dgm:t>
    </dgm:pt>
    <dgm:pt modelId="{676EEA68-3871-4E04-9018-F87539CD6532}" type="parTrans" cxnId="{0AA6A99A-EE80-48C6-A9CC-3CE180690AEC}">
      <dgm:prSet/>
      <dgm:spPr/>
      <dgm:t>
        <a:bodyPr/>
        <a:lstStyle/>
        <a:p>
          <a:endParaRPr lang="en-US"/>
        </a:p>
      </dgm:t>
    </dgm:pt>
    <dgm:pt modelId="{107F305A-C55A-47A1-8FEB-B7B6ABE2E155}" type="sibTrans" cxnId="{0AA6A99A-EE80-48C6-A9CC-3CE180690AEC}">
      <dgm:prSet/>
      <dgm:spPr/>
      <dgm:t>
        <a:bodyPr/>
        <a:lstStyle/>
        <a:p>
          <a:endParaRPr lang="en-US"/>
        </a:p>
      </dgm:t>
    </dgm:pt>
    <dgm:pt modelId="{7F0332C0-88BC-459B-B191-602132135641}">
      <dgm:prSet/>
      <dgm:spPr/>
      <dgm:t>
        <a:bodyPr/>
        <a:lstStyle/>
        <a:p>
          <a:r>
            <a:rPr lang="en-US"/>
            <a:t>Explain</a:t>
          </a:r>
        </a:p>
      </dgm:t>
    </dgm:pt>
    <dgm:pt modelId="{8156D6A4-6C23-4ED7-8763-5D2821B66061}" type="parTrans" cxnId="{4BA5F810-545D-4487-BCFD-6564F1BCE590}">
      <dgm:prSet/>
      <dgm:spPr/>
      <dgm:t>
        <a:bodyPr/>
        <a:lstStyle/>
        <a:p>
          <a:endParaRPr lang="en-US"/>
        </a:p>
      </dgm:t>
    </dgm:pt>
    <dgm:pt modelId="{12EF8189-8D84-4DAF-8F49-D25241F67096}" type="sibTrans" cxnId="{4BA5F810-545D-4487-BCFD-6564F1BCE590}">
      <dgm:prSet/>
      <dgm:spPr/>
      <dgm:t>
        <a:bodyPr/>
        <a:lstStyle/>
        <a:p>
          <a:endParaRPr lang="en-US"/>
        </a:p>
      </dgm:t>
    </dgm:pt>
    <dgm:pt modelId="{7CF556B1-8B73-4EAB-9227-D182BA4374C6}">
      <dgm:prSet/>
      <dgm:spPr/>
      <dgm:t>
        <a:bodyPr/>
        <a:lstStyle/>
        <a:p>
          <a:r>
            <a:rPr lang="en-US"/>
            <a:t>Explain wiring</a:t>
          </a:r>
        </a:p>
      </dgm:t>
    </dgm:pt>
    <dgm:pt modelId="{01CD3DBC-F106-4CED-921B-BDDE5AE79A68}" type="parTrans" cxnId="{BCCA001E-8417-4D0E-B826-0AA4154A79FD}">
      <dgm:prSet/>
      <dgm:spPr/>
      <dgm:t>
        <a:bodyPr/>
        <a:lstStyle/>
        <a:p>
          <a:endParaRPr lang="en-US"/>
        </a:p>
      </dgm:t>
    </dgm:pt>
    <dgm:pt modelId="{5BB99C3B-3457-4359-891C-ED2A5DCFC8C0}" type="sibTrans" cxnId="{BCCA001E-8417-4D0E-B826-0AA4154A79FD}">
      <dgm:prSet/>
      <dgm:spPr/>
      <dgm:t>
        <a:bodyPr/>
        <a:lstStyle/>
        <a:p>
          <a:endParaRPr lang="en-US"/>
        </a:p>
      </dgm:t>
    </dgm:pt>
    <dgm:pt modelId="{09423846-89F4-4607-B727-AA128B7D56A8}" type="pres">
      <dgm:prSet presAssocID="{3E4A9F8B-CCBA-4D3B-B6D9-E63487692715}" presName="Name0" presStyleCnt="0">
        <dgm:presLayoutVars>
          <dgm:dir/>
          <dgm:animLvl val="lvl"/>
          <dgm:resizeHandles val="exact"/>
        </dgm:presLayoutVars>
      </dgm:prSet>
      <dgm:spPr/>
    </dgm:pt>
    <dgm:pt modelId="{5C319D69-6B88-4731-89FF-36F5C8761FF0}" type="pres">
      <dgm:prSet presAssocID="{4DB671AF-017A-40A9-83F7-B88180B673DF}" presName="linNode" presStyleCnt="0"/>
      <dgm:spPr/>
    </dgm:pt>
    <dgm:pt modelId="{7CBACCFF-1424-4AEA-9637-D2BA768D2344}" type="pres">
      <dgm:prSet presAssocID="{4DB671AF-017A-40A9-83F7-B88180B673DF}" presName="parentText" presStyleLbl="solidFgAcc1" presStyleIdx="0" presStyleCnt="3">
        <dgm:presLayoutVars>
          <dgm:chMax val="1"/>
          <dgm:bulletEnabled/>
        </dgm:presLayoutVars>
      </dgm:prSet>
      <dgm:spPr/>
    </dgm:pt>
    <dgm:pt modelId="{858C0690-E74F-4BE9-9B54-EF51923BD2F6}" type="pres">
      <dgm:prSet presAssocID="{4DB671AF-017A-40A9-83F7-B88180B673DF}" presName="descendantText" presStyleLbl="alignNode1" presStyleIdx="0" presStyleCnt="3">
        <dgm:presLayoutVars>
          <dgm:bulletEnabled/>
        </dgm:presLayoutVars>
      </dgm:prSet>
      <dgm:spPr/>
    </dgm:pt>
    <dgm:pt modelId="{F3A76F0F-E8E9-4224-88C9-B8073A42207A}" type="pres">
      <dgm:prSet presAssocID="{CF3248AC-48E4-4A38-AEFB-9C585D57225D}" presName="sp" presStyleCnt="0"/>
      <dgm:spPr/>
    </dgm:pt>
    <dgm:pt modelId="{109039ED-4F2F-490C-A804-30816A6A9897}" type="pres">
      <dgm:prSet presAssocID="{22D1B466-420D-4EAF-A962-9684378E496C}" presName="linNode" presStyleCnt="0"/>
      <dgm:spPr/>
    </dgm:pt>
    <dgm:pt modelId="{2B4A6FB0-A357-4A33-91C0-4AC5EA4B3E4F}" type="pres">
      <dgm:prSet presAssocID="{22D1B466-420D-4EAF-A962-9684378E496C}" presName="parentText" presStyleLbl="solidFgAcc1" presStyleIdx="1" presStyleCnt="3">
        <dgm:presLayoutVars>
          <dgm:chMax val="1"/>
          <dgm:bulletEnabled/>
        </dgm:presLayoutVars>
      </dgm:prSet>
      <dgm:spPr/>
    </dgm:pt>
    <dgm:pt modelId="{77705AA4-99F2-459F-9A93-77F6A8BFAC9C}" type="pres">
      <dgm:prSet presAssocID="{22D1B466-420D-4EAF-A962-9684378E496C}" presName="descendantText" presStyleLbl="alignNode1" presStyleIdx="1" presStyleCnt="3">
        <dgm:presLayoutVars>
          <dgm:bulletEnabled/>
        </dgm:presLayoutVars>
      </dgm:prSet>
      <dgm:spPr/>
    </dgm:pt>
    <dgm:pt modelId="{E00444A6-E448-49FF-A3E4-950BBAC2264E}" type="pres">
      <dgm:prSet presAssocID="{693639FB-6CD3-481F-B995-467B82502FA4}" presName="sp" presStyleCnt="0"/>
      <dgm:spPr/>
    </dgm:pt>
    <dgm:pt modelId="{7BADE422-529A-418A-B771-C3FCC741D040}" type="pres">
      <dgm:prSet presAssocID="{7F0332C0-88BC-459B-B191-602132135641}" presName="linNode" presStyleCnt="0"/>
      <dgm:spPr/>
    </dgm:pt>
    <dgm:pt modelId="{8F835465-D251-41AE-81B2-20BFD60617A8}" type="pres">
      <dgm:prSet presAssocID="{7F0332C0-88BC-459B-B191-602132135641}" presName="parentText" presStyleLbl="solidFgAcc1" presStyleIdx="2" presStyleCnt="3">
        <dgm:presLayoutVars>
          <dgm:chMax val="1"/>
          <dgm:bulletEnabled/>
        </dgm:presLayoutVars>
      </dgm:prSet>
      <dgm:spPr/>
    </dgm:pt>
    <dgm:pt modelId="{FC5DC5BE-4B1C-43EB-AA18-37EDC0A4F116}" type="pres">
      <dgm:prSet presAssocID="{7F0332C0-88BC-459B-B191-602132135641}" presName="descendantText" presStyleLbl="alignNode1" presStyleIdx="2" presStyleCnt="3">
        <dgm:presLayoutVars>
          <dgm:bulletEnabled/>
        </dgm:presLayoutVars>
      </dgm:prSet>
      <dgm:spPr/>
    </dgm:pt>
  </dgm:ptLst>
  <dgm:cxnLst>
    <dgm:cxn modelId="{DEAD220D-A1E8-46E5-846E-E7590C13727F}" srcId="{3E4A9F8B-CCBA-4D3B-B6D9-E63487692715}" destId="{4DB671AF-017A-40A9-83F7-B88180B673DF}" srcOrd="0" destOrd="0" parTransId="{22199765-EDE5-4194-93C0-D0747E95660B}" sibTransId="{CF3248AC-48E4-4A38-AEFB-9C585D57225D}"/>
    <dgm:cxn modelId="{A0948810-24D0-4B53-BE74-2F259C3179FE}" type="presOf" srcId="{4DB671AF-017A-40A9-83F7-B88180B673DF}" destId="{7CBACCFF-1424-4AEA-9637-D2BA768D2344}" srcOrd="0" destOrd="0" presId="urn:microsoft.com/office/officeart/2016/7/layout/VerticalHollowActionList"/>
    <dgm:cxn modelId="{4BA5F810-545D-4487-BCFD-6564F1BCE590}" srcId="{3E4A9F8B-CCBA-4D3B-B6D9-E63487692715}" destId="{7F0332C0-88BC-459B-B191-602132135641}" srcOrd="2" destOrd="0" parTransId="{8156D6A4-6C23-4ED7-8763-5D2821B66061}" sibTransId="{12EF8189-8D84-4DAF-8F49-D25241F67096}"/>
    <dgm:cxn modelId="{BCCA001E-8417-4D0E-B826-0AA4154A79FD}" srcId="{7F0332C0-88BC-459B-B191-602132135641}" destId="{7CF556B1-8B73-4EAB-9227-D182BA4374C6}" srcOrd="0" destOrd="0" parTransId="{01CD3DBC-F106-4CED-921B-BDDE5AE79A68}" sibTransId="{5BB99C3B-3457-4359-891C-ED2A5DCFC8C0}"/>
    <dgm:cxn modelId="{B49EAE1E-3125-4A99-9D86-49A853571F7E}" type="presOf" srcId="{22D1B466-420D-4EAF-A962-9684378E496C}" destId="{2B4A6FB0-A357-4A33-91C0-4AC5EA4B3E4F}" srcOrd="0" destOrd="0" presId="urn:microsoft.com/office/officeart/2016/7/layout/VerticalHollowActionList"/>
    <dgm:cxn modelId="{907C2924-BE74-413D-AECE-5E08B2898001}" srcId="{4DB671AF-017A-40A9-83F7-B88180B673DF}" destId="{430ADA0E-5C5A-4798-92BC-E40562E5E337}" srcOrd="0" destOrd="0" parTransId="{34A69943-5AC8-4A16-9D08-03369993B6F1}" sibTransId="{ED71B1F7-668C-4CB6-AD08-4CC6B9247BB9}"/>
    <dgm:cxn modelId="{EA4EC53B-899F-400B-BFA2-65290E9904FE}" type="presOf" srcId="{7CF556B1-8B73-4EAB-9227-D182BA4374C6}" destId="{FC5DC5BE-4B1C-43EB-AA18-37EDC0A4F116}" srcOrd="0" destOrd="0" presId="urn:microsoft.com/office/officeart/2016/7/layout/VerticalHollowActionList"/>
    <dgm:cxn modelId="{8484678F-425E-4941-AFC0-775A8AC1574E}" type="presOf" srcId="{7F0332C0-88BC-459B-B191-602132135641}" destId="{8F835465-D251-41AE-81B2-20BFD60617A8}" srcOrd="0" destOrd="0" presId="urn:microsoft.com/office/officeart/2016/7/layout/VerticalHollowActionList"/>
    <dgm:cxn modelId="{0AA6A99A-EE80-48C6-A9CC-3CE180690AEC}" srcId="{22D1B466-420D-4EAF-A962-9684378E496C}" destId="{BDFE6F9D-4F36-4A96-829D-4A6AD2A810C8}" srcOrd="0" destOrd="0" parTransId="{676EEA68-3871-4E04-9018-F87539CD6532}" sibTransId="{107F305A-C55A-47A1-8FEB-B7B6ABE2E155}"/>
    <dgm:cxn modelId="{DF6CFAB7-0CE7-4DAE-BFE0-13772B2B0292}" type="presOf" srcId="{3E4A9F8B-CCBA-4D3B-B6D9-E63487692715}" destId="{09423846-89F4-4607-B727-AA128B7D56A8}" srcOrd="0" destOrd="0" presId="urn:microsoft.com/office/officeart/2016/7/layout/VerticalHollowActionList"/>
    <dgm:cxn modelId="{832A35DB-0E12-4E08-8BBF-E7046EE8CFF4}" type="presOf" srcId="{430ADA0E-5C5A-4798-92BC-E40562E5E337}" destId="{858C0690-E74F-4BE9-9B54-EF51923BD2F6}" srcOrd="0" destOrd="0" presId="urn:microsoft.com/office/officeart/2016/7/layout/VerticalHollowActionList"/>
    <dgm:cxn modelId="{2EE0A2E5-5DC7-4AF7-8F68-61AFA73286A4}" type="presOf" srcId="{BDFE6F9D-4F36-4A96-829D-4A6AD2A810C8}" destId="{77705AA4-99F2-459F-9A93-77F6A8BFAC9C}" srcOrd="0" destOrd="0" presId="urn:microsoft.com/office/officeart/2016/7/layout/VerticalHollowActionList"/>
    <dgm:cxn modelId="{79B57BF6-D91F-401D-90F4-14F9B5D7A052}" srcId="{3E4A9F8B-CCBA-4D3B-B6D9-E63487692715}" destId="{22D1B466-420D-4EAF-A962-9684378E496C}" srcOrd="1" destOrd="0" parTransId="{5A70568D-3315-4DA0-A984-0ED5728E4B47}" sibTransId="{693639FB-6CD3-481F-B995-467B82502FA4}"/>
    <dgm:cxn modelId="{50C5E8D8-7E52-4595-A417-43A9281EF363}" type="presParOf" srcId="{09423846-89F4-4607-B727-AA128B7D56A8}" destId="{5C319D69-6B88-4731-89FF-36F5C8761FF0}" srcOrd="0" destOrd="0" presId="urn:microsoft.com/office/officeart/2016/7/layout/VerticalHollowActionList"/>
    <dgm:cxn modelId="{E7EE250B-A409-4DAE-9205-A5398482A996}" type="presParOf" srcId="{5C319D69-6B88-4731-89FF-36F5C8761FF0}" destId="{7CBACCFF-1424-4AEA-9637-D2BA768D2344}" srcOrd="0" destOrd="0" presId="urn:microsoft.com/office/officeart/2016/7/layout/VerticalHollowActionList"/>
    <dgm:cxn modelId="{DB9516AA-C258-4462-A905-3101FB1C85B1}" type="presParOf" srcId="{5C319D69-6B88-4731-89FF-36F5C8761FF0}" destId="{858C0690-E74F-4BE9-9B54-EF51923BD2F6}" srcOrd="1" destOrd="0" presId="urn:microsoft.com/office/officeart/2016/7/layout/VerticalHollowActionList"/>
    <dgm:cxn modelId="{2A690250-70AA-4690-8065-DAEE85AF3078}" type="presParOf" srcId="{09423846-89F4-4607-B727-AA128B7D56A8}" destId="{F3A76F0F-E8E9-4224-88C9-B8073A42207A}" srcOrd="1" destOrd="0" presId="urn:microsoft.com/office/officeart/2016/7/layout/VerticalHollowActionList"/>
    <dgm:cxn modelId="{611A5075-09F3-4A24-8EFE-96A73583D86A}" type="presParOf" srcId="{09423846-89F4-4607-B727-AA128B7D56A8}" destId="{109039ED-4F2F-490C-A804-30816A6A9897}" srcOrd="2" destOrd="0" presId="urn:microsoft.com/office/officeart/2016/7/layout/VerticalHollowActionList"/>
    <dgm:cxn modelId="{ED6E259D-8DDC-49EA-BB2F-EB2622C6CF3E}" type="presParOf" srcId="{109039ED-4F2F-490C-A804-30816A6A9897}" destId="{2B4A6FB0-A357-4A33-91C0-4AC5EA4B3E4F}" srcOrd="0" destOrd="0" presId="urn:microsoft.com/office/officeart/2016/7/layout/VerticalHollowActionList"/>
    <dgm:cxn modelId="{63F98DC2-1750-492C-8407-D34728E002F7}" type="presParOf" srcId="{109039ED-4F2F-490C-A804-30816A6A9897}" destId="{77705AA4-99F2-459F-9A93-77F6A8BFAC9C}" srcOrd="1" destOrd="0" presId="urn:microsoft.com/office/officeart/2016/7/layout/VerticalHollowActionList"/>
    <dgm:cxn modelId="{490A975E-2C33-4639-8EF5-C69E281704F5}" type="presParOf" srcId="{09423846-89F4-4607-B727-AA128B7D56A8}" destId="{E00444A6-E448-49FF-A3E4-950BBAC2264E}" srcOrd="3" destOrd="0" presId="urn:microsoft.com/office/officeart/2016/7/layout/VerticalHollowActionList"/>
    <dgm:cxn modelId="{F206137D-7E13-4116-9AD7-64E7883DCE61}" type="presParOf" srcId="{09423846-89F4-4607-B727-AA128B7D56A8}" destId="{7BADE422-529A-418A-B771-C3FCC741D040}" srcOrd="4" destOrd="0" presId="urn:microsoft.com/office/officeart/2016/7/layout/VerticalHollowActionList"/>
    <dgm:cxn modelId="{80770D26-D1C1-4AE0-989F-C9357F059337}" type="presParOf" srcId="{7BADE422-529A-418A-B771-C3FCC741D040}" destId="{8F835465-D251-41AE-81B2-20BFD60617A8}" srcOrd="0" destOrd="0" presId="urn:microsoft.com/office/officeart/2016/7/layout/VerticalHollowActionList"/>
    <dgm:cxn modelId="{DF8053CE-C69D-4C9C-8A1E-48EE12C2C319}" type="presParOf" srcId="{7BADE422-529A-418A-B771-C3FCC741D040}" destId="{FC5DC5BE-4B1C-43EB-AA18-37EDC0A4F116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8C0690-E74F-4BE9-9B54-EF51923BD2F6}">
      <dsp:nvSpPr>
        <dsp:cNvPr id="0" name=""/>
        <dsp:cNvSpPr/>
      </dsp:nvSpPr>
      <dsp:spPr>
        <a:xfrm>
          <a:off x="1019780" y="1157"/>
          <a:ext cx="4079123" cy="118682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9146" tIns="301454" rIns="79146" bIns="30145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Understand hold vs toggle</a:t>
          </a:r>
        </a:p>
      </dsp:txBody>
      <dsp:txXfrm>
        <a:off x="1019780" y="1157"/>
        <a:ext cx="4079123" cy="1186827"/>
      </dsp:txXfrm>
    </dsp:sp>
    <dsp:sp modelId="{7CBACCFF-1424-4AEA-9637-D2BA768D2344}">
      <dsp:nvSpPr>
        <dsp:cNvPr id="0" name=""/>
        <dsp:cNvSpPr/>
      </dsp:nvSpPr>
      <dsp:spPr>
        <a:xfrm>
          <a:off x="0" y="1157"/>
          <a:ext cx="1019780" cy="118682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963" tIns="117232" rIns="53963" bIns="11723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Understand</a:t>
          </a:r>
        </a:p>
      </dsp:txBody>
      <dsp:txXfrm>
        <a:off x="0" y="1157"/>
        <a:ext cx="1019780" cy="1186827"/>
      </dsp:txXfrm>
    </dsp:sp>
    <dsp:sp modelId="{77705AA4-99F2-459F-9A93-77F6A8BFAC9C}">
      <dsp:nvSpPr>
        <dsp:cNvPr id="0" name=""/>
        <dsp:cNvSpPr/>
      </dsp:nvSpPr>
      <dsp:spPr>
        <a:xfrm>
          <a:off x="1019780" y="1259194"/>
          <a:ext cx="4079123" cy="1186827"/>
        </a:xfrm>
        <a:prstGeom prst="rect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9146" tIns="301454" rIns="79146" bIns="30145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Build circuit</a:t>
          </a:r>
        </a:p>
      </dsp:txBody>
      <dsp:txXfrm>
        <a:off x="1019780" y="1259194"/>
        <a:ext cx="4079123" cy="1186827"/>
      </dsp:txXfrm>
    </dsp:sp>
    <dsp:sp modelId="{2B4A6FB0-A357-4A33-91C0-4AC5EA4B3E4F}">
      <dsp:nvSpPr>
        <dsp:cNvPr id="0" name=""/>
        <dsp:cNvSpPr/>
      </dsp:nvSpPr>
      <dsp:spPr>
        <a:xfrm>
          <a:off x="0" y="1259194"/>
          <a:ext cx="1019780" cy="118682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963" tIns="117232" rIns="53963" bIns="11723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Build</a:t>
          </a:r>
        </a:p>
      </dsp:txBody>
      <dsp:txXfrm>
        <a:off x="0" y="1259194"/>
        <a:ext cx="1019780" cy="1186827"/>
      </dsp:txXfrm>
    </dsp:sp>
    <dsp:sp modelId="{FC5DC5BE-4B1C-43EB-AA18-37EDC0A4F116}">
      <dsp:nvSpPr>
        <dsp:cNvPr id="0" name=""/>
        <dsp:cNvSpPr/>
      </dsp:nvSpPr>
      <dsp:spPr>
        <a:xfrm>
          <a:off x="1019780" y="2517231"/>
          <a:ext cx="4079123" cy="1186827"/>
        </a:xfrm>
        <a:prstGeom prst="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9146" tIns="301454" rIns="79146" bIns="30145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Explain wiring</a:t>
          </a:r>
        </a:p>
      </dsp:txBody>
      <dsp:txXfrm>
        <a:off x="1019780" y="2517231"/>
        <a:ext cx="4079123" cy="1186827"/>
      </dsp:txXfrm>
    </dsp:sp>
    <dsp:sp modelId="{8F835465-D251-41AE-81B2-20BFD60617A8}">
      <dsp:nvSpPr>
        <dsp:cNvPr id="0" name=""/>
        <dsp:cNvSpPr/>
      </dsp:nvSpPr>
      <dsp:spPr>
        <a:xfrm>
          <a:off x="0" y="2517231"/>
          <a:ext cx="1019780" cy="118682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963" tIns="117232" rIns="53963" bIns="11723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Explain</a:t>
          </a:r>
        </a:p>
      </dsp:txBody>
      <dsp:txXfrm>
        <a:off x="0" y="2517231"/>
        <a:ext cx="1019780" cy="11868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-up of circuit board">
            <a:extLst>
              <a:ext uri="{FF2B5EF4-FFF2-40B4-BE49-F238E27FC236}">
                <a16:creationId xmlns:a16="http://schemas.microsoft.com/office/drawing/2014/main" id="{C16DFE90-41F9-8065-B787-14CD82F6D88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11000" r="-2" b="-2"/>
          <a:stretch>
            <a:fillRect/>
          </a:stretch>
        </p:blipFill>
        <p:spPr>
          <a:xfrm>
            <a:off x="20" y="1"/>
            <a:ext cx="914398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2"/>
            <a:ext cx="6858000" cy="29005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Arduino Button Control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159404"/>
            <a:ext cx="6858000" cy="109839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Hold vs Toggle LED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5299" y="548464"/>
            <a:ext cx="5098906" cy="1675623"/>
          </a:xfrm>
        </p:spPr>
        <p:txBody>
          <a:bodyPr anchor="b">
            <a:normAutofit/>
          </a:bodyPr>
          <a:lstStyle/>
          <a:p>
            <a:r>
              <a:rPr lang="en-US" sz="3500"/>
              <a:t>Objectives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77EE8E-D511-A5E2-DF8E-4F5C5210E3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432" r="34934" b="-1"/>
          <a:stretch>
            <a:fillRect/>
          </a:stretch>
        </p:blipFill>
        <p:spPr>
          <a:xfrm>
            <a:off x="20" y="10"/>
            <a:ext cx="3147352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9255057-3CA9-05F5-A918-28B0DF3B4E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0311208"/>
              </p:ext>
            </p:extLst>
          </p:nvPr>
        </p:nvGraphicFramePr>
        <p:xfrm>
          <a:off x="3415300" y="2409830"/>
          <a:ext cx="5098904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E70411-37CA-7CE6-F1BF-BECF38E025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990" t="11389" r="1"/>
          <a:stretch>
            <a:fillRect/>
          </a:stretch>
        </p:blipFill>
        <p:spPr>
          <a:xfrm>
            <a:off x="2410116" y="1352224"/>
            <a:ext cx="4323767" cy="48154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BCBCE8-65DA-72A1-D15B-30C2D57591D4}"/>
              </a:ext>
            </a:extLst>
          </p:cNvPr>
          <p:cNvSpPr txBox="1"/>
          <p:nvPr/>
        </p:nvSpPr>
        <p:spPr>
          <a:xfrm>
            <a:off x="4168587" y="1655483"/>
            <a:ext cx="806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10k</a:t>
            </a:r>
            <a:r>
              <a:rPr lang="el-GR" dirty="0"/>
              <a:t>Ω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3A363C-D487-FF01-7077-B06185945FD4}"/>
              </a:ext>
            </a:extLst>
          </p:cNvPr>
          <p:cNvSpPr txBox="1"/>
          <p:nvPr/>
        </p:nvSpPr>
        <p:spPr>
          <a:xfrm>
            <a:off x="4646705" y="3429000"/>
            <a:ext cx="806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220</a:t>
            </a:r>
            <a:r>
              <a:rPr lang="el-GR" dirty="0"/>
              <a:t>Ω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72EE2C-AF63-B98D-F414-1B8F15538AC7}"/>
              </a:ext>
            </a:extLst>
          </p:cNvPr>
          <p:cNvSpPr txBox="1"/>
          <p:nvPr/>
        </p:nvSpPr>
        <p:spPr>
          <a:xfrm>
            <a:off x="5307799" y="2357576"/>
            <a:ext cx="806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37AE6D-E001-622E-71F7-A6F99F2EB59A}"/>
              </a:ext>
            </a:extLst>
          </p:cNvPr>
          <p:cNvSpPr txBox="1"/>
          <p:nvPr/>
        </p:nvSpPr>
        <p:spPr>
          <a:xfrm>
            <a:off x="2958351" y="2620683"/>
            <a:ext cx="1936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Push Button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1DA856-0AE9-0919-E4C7-DD8B45C15B89}"/>
              </a:ext>
            </a:extLst>
          </p:cNvPr>
          <p:cNvSpPr txBox="1"/>
          <p:nvPr/>
        </p:nvSpPr>
        <p:spPr>
          <a:xfrm>
            <a:off x="2491282" y="3613666"/>
            <a:ext cx="1841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Arduino nano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A06DBB-B302-8F8A-B913-CDDFB94897BA}"/>
              </a:ext>
            </a:extLst>
          </p:cNvPr>
          <p:cNvSpPr txBox="1"/>
          <p:nvPr/>
        </p:nvSpPr>
        <p:spPr>
          <a:xfrm>
            <a:off x="5340670" y="4052651"/>
            <a:ext cx="1251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5x Cables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1263" y="170412"/>
            <a:ext cx="7634200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Assembly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7AF543-F5C8-D7A2-844F-DA129F73D1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57" r="11935" b="1"/>
          <a:stretch>
            <a:fillRect/>
          </a:stretch>
        </p:blipFill>
        <p:spPr>
          <a:xfrm>
            <a:off x="149055" y="2410448"/>
            <a:ext cx="4352493" cy="38903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CEB91F-2F82-8C90-9D5E-C973946650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848" r="6243" b="1"/>
          <a:stretch>
            <a:fillRect/>
          </a:stretch>
        </p:blipFill>
        <p:spPr>
          <a:xfrm>
            <a:off x="4642450" y="2410448"/>
            <a:ext cx="4352492" cy="389035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EA86598-DA2C-41D5-BC0C-E877F881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4571993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47A4A7-6F73-AFF8-7A6A-5703B397D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667" y="637763"/>
            <a:ext cx="3233024" cy="1627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Button Hold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6667" y="2372156"/>
            <a:ext cx="342900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A0A4FF-A478-6E02-D2C5-DAFF135CEA83}"/>
              </a:ext>
            </a:extLst>
          </p:cNvPr>
          <p:cNvSpPr txBox="1"/>
          <p:nvPr/>
        </p:nvSpPr>
        <p:spPr>
          <a:xfrm>
            <a:off x="866667" y="2581065"/>
            <a:ext cx="3213312" cy="36334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>
                <a:solidFill>
                  <a:schemeClr val="bg1"/>
                </a:solidFill>
              </a:rPr>
              <a:t>In this mode, the LED will only turn on while holding the button. The moment you let go, it will turn off. It's simple, but it's a great first look at how an Arduino is going to read input and control outputs in real time.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br>
              <a:rPr lang="en-US" sz="1700">
                <a:solidFill>
                  <a:schemeClr val="bg1"/>
                </a:solidFill>
              </a:rPr>
            </a:br>
            <a:endParaRPr lang="en-US" sz="170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F16C5A-0D41-47A9-B0A2-9C2AD7A8C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59D7E1-1494-8613-BFC5-6B0564A1B8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54598" y="1214218"/>
            <a:ext cx="3229418" cy="4423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851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E3DE2-988C-3243-4398-3AB77834F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60E3-9C2B-9975-8525-9EDD55060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Button Hold Cont.</a:t>
            </a:r>
            <a:endParaRPr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404B5D3-B45D-78C8-AD5C-BA5BA6457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972" y="1417638"/>
            <a:ext cx="6949501" cy="169453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D1EADE4-C861-5880-5CC0-4BF84B116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972" y="3235317"/>
            <a:ext cx="6949501" cy="28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58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6CA8F-C3EC-0B87-9E0B-AA26523EC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Button Hold Cont.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4EFAE8-9B6E-E4D1-235E-1443A1E8AD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8885" y="1465847"/>
            <a:ext cx="732322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8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26706-8276-1017-A6CD-4780926CF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Button Hold Cont.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D41D85-D7D1-F32C-9BA2-28FE529FFD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6937" y="1417638"/>
            <a:ext cx="6985728" cy="2921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875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EA86598-DA2C-41D5-BC0C-E877F881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4571993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8A89FB-8846-3D3B-8636-DD9B0D6CA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667" y="637763"/>
            <a:ext cx="3233024" cy="1627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Toggle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6667" y="2372156"/>
            <a:ext cx="342900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8DB5B1-67BD-2B58-51BA-84C9977CF902}"/>
              </a:ext>
            </a:extLst>
          </p:cNvPr>
          <p:cNvSpPr txBox="1"/>
          <p:nvPr/>
        </p:nvSpPr>
        <p:spPr>
          <a:xfrm>
            <a:off x="866667" y="2581065"/>
            <a:ext cx="3213312" cy="36334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>
                <a:solidFill>
                  <a:schemeClr val="bg1"/>
                </a:solidFill>
              </a:rPr>
              <a:t>In this mode, we will be toggling the LED on and off with the button. Press once--it'll stay on. Press again--it'll turn off. Unlike the Button Hold Project, you don't have to hold anything. The circuit wiring is exactly the same as before. Only the code changes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F16C5A-0D41-47A9-B0A2-9C2AD7A8C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BAFA50-E192-8494-C800-C60D58BC2B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54598" y="2081902"/>
            <a:ext cx="3229418" cy="268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152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1209C-A93F-2F49-CCA7-C510A4261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Toggle Cont.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1928BA-7759-16D7-6AB3-6B59C9C9B7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19698"/>
            <a:ext cx="8229600" cy="361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796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91608-C972-7D8C-B282-E1773EC9C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Toggle Cont.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485ECA-B17A-4A0F-7251-9780E9780D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511591"/>
            <a:ext cx="8229600" cy="26593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E56286-6645-E3C4-148B-B52D392F5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70947"/>
            <a:ext cx="8229600" cy="2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066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16960-C944-C2ED-347E-792414E4D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Toggle Cont.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E2FB73-A0A9-DA67-4608-31DCDCF549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58180"/>
            <a:ext cx="8229600" cy="147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960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166</Words>
  <Application>Microsoft Office PowerPoint</Application>
  <PresentationFormat>On-screen Show (4:3)</PresentationFormat>
  <Paragraphs>28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Arduino Button Control</vt:lpstr>
      <vt:lpstr>Objectives</vt:lpstr>
      <vt:lpstr>Components</vt:lpstr>
      <vt:lpstr>Assembly</vt:lpstr>
      <vt:lpstr>Button Hold </vt:lpstr>
      <vt:lpstr>Button Hold Cont.</vt:lpstr>
      <vt:lpstr>Button Hold Cont.</vt:lpstr>
      <vt:lpstr>Button Hold Cont.</vt:lpstr>
      <vt:lpstr>Toggle</vt:lpstr>
      <vt:lpstr>Toggle Cont.</vt:lpstr>
      <vt:lpstr>Toggle Cont.</vt:lpstr>
      <vt:lpstr>Toggle Cont.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 Agdipa</dc:creator>
  <cp:keywords/>
  <dc:description>generated using python-pptx</dc:description>
  <cp:lastModifiedBy>Sam Agdipa</cp:lastModifiedBy>
  <cp:revision>5</cp:revision>
  <dcterms:created xsi:type="dcterms:W3CDTF">2013-01-27T09:14:16Z</dcterms:created>
  <dcterms:modified xsi:type="dcterms:W3CDTF">2026-04-13T23:01:15Z</dcterms:modified>
  <cp:category/>
</cp:coreProperties>
</file>